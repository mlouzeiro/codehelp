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CodeHelp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CodeHelp CRM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completa de Helpdesk + CRM para Laboratorios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914400" y="3840480"/>
            <a:ext cx="100584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  •  Clientes  •  WhatsApp  •  OS Digital  •  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Codemed Tecnologia - 2026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 / 12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Visao Geral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 o CodeHelp?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plataforma integrada que unifica: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Helpdesk com Kanban e SLA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7432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Gestao de Clientes completa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WhatsApp nativo com menu interativo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6576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OS Digital com assinatura via WhatsApp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Inteligencia Artificial para insights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02920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58000" y="24688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Node.js + Express + TypeScript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8803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React 18 + Vite + Tailwind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Prisma ORM + PostgreSQL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703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whatsapp-web.js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1148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Anthropic Claude AI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2 / 12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Funcionalidades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Modulos Principais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🎧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Helpdesk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Kanban, triagem automatica,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SLA, escalonamento N1/N2/N3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6344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completo, contatos,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colaboradores, pipeline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412480" y="23774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412480" y="274320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Integracao nativa, menu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interativo, multi-numero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📄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1440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Digital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5120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Criacao, assinatura digital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WhatsApp, PDF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8056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📚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466344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Conhecimento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663440" y="5120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Artigos com sugestao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IA para tickets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12480" y="4206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41248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e Automacoes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412480" y="51206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Robos WHEN/IF/THEN,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classificacao automatica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3 / 12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Helpdesk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Gestao de Tickets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3B82F6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Atendimento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B82F6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75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Resolvido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502920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do Kanban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Triagem - Direcionamento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Fila de Espera - Aguardando agente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Em Atendimento - Sendo processado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Aguardando Cliente - Retorno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846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Aguardando OS - Geracao de OS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88720" y="52120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Concluido - Finalizado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2743200"/>
            <a:ext cx="530352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SLA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Alertas em 75% e 90% do tempo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Pausa automatica (aguardando cliente)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Escalonamento automatico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Considera feriados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Configuravel por fila e prioridade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4 / 12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Integracao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Nativo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funciona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9728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Conexao via QR Code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Menu interativo por numero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Classificacao automatica por IA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Follow-up periodico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Multi-numero (um por departamento)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5029200" cy="4114800"/>
          </a:xfrm>
          <a:prstGeom prst="rect">
            <a:avLst>
              <a:gd name="adj" fmla="val 3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Fluxo do Cliente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0" y="2377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Envia mensagem WhatsApp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8346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Recebe menu de departamentos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0" y="32918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Seleciona por numero (1-N)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0" y="37490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Informa assunto e laboratorio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0" y="42062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Posicao na fila exibida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466344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Atendente assume e resolve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5 / 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Ordem de Servico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Digital com Assinatura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OS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17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Gerar Link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303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Enviar WhatsApp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589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0B98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Assina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418320" y="17373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0B981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875520" y="1737360"/>
            <a:ext cx="1828800" cy="548640"/>
          </a:xfrm>
          <a:prstGeom prst="rect">
            <a:avLst>
              <a:gd name="adj" fmla="val 1666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7552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Gerado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1520" y="2743200"/>
            <a:ext cx="502920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Assinatura digital no celular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7490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Canvas com deteccao de DPI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4114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PDF com valor legal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4480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Envio automatico via WhatsApp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48463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Historico completo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2743200"/>
            <a:ext cx="530352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da OS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75120" y="3383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Rascunho - Sendo editada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Em Andamento - Execucao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Aguardando Aprovacao - Assinatura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4480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Concluido - Finalizada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67512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Cancelado - Descartada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6 / 12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CRM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Gestao de Clientes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Cadastro Completo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Razao Social e CNPJ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Segmento (Lab, Hospital...)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Contrato e valores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Status e origem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Colaboradores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Pessoas do cliente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Cargo e departamento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Contato principal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Vinculo ao ticket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de Vendas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Prospeccao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Proposta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Negociacao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Fechamento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7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Analytics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e Metricas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560320" cy="1828800"/>
          </a:xfrm>
          <a:prstGeom prst="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Cards de KPI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1645920"/>
            <a:ext cx="2560320" cy="1828800"/>
          </a:xfrm>
          <a:prstGeom prst="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56616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Graficos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1645920"/>
            <a:ext cx="2560320" cy="1828800"/>
          </a:xfrm>
          <a:prstGeom prst="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40080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Niveis de SLA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235440" y="1645920"/>
            <a:ext cx="2560320" cy="1828800"/>
          </a:xfrm>
          <a:prstGeom prst="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182880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23544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Monitoramento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3840480"/>
            <a:ext cx="10789920" cy="2286000"/>
          </a:xfrm>
          <a:prstGeom prst="rect">
            <a:avLst>
              <a:gd name="adj" fmla="val 60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4023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de IA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4805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Tendencias de atendimento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800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Sugestoes de melhoria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88720" y="51206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Alertas de problemas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5440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Analise de satisfacao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188720" y="5760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Previsao de demanda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8 / 12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Automacao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Automacoes e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Regras WHEN/IF/THEN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029200" cy="1645920"/>
          </a:xfrm>
          <a:prstGeom prst="rect">
            <a:avLst>
              <a:gd name="adj" fmla="val 833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2860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QUANDO:  novo_ticket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SE:  prioridade = urgente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ENTAO:  atribuir_admin + notificar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Recursos de IA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7512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Classificacao automatica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606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Sugestoes de vendas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7512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Alertas de 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Sugestoes de tarefas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7512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Sugestao de artigos KB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206240"/>
            <a:ext cx="10789920" cy="1828800"/>
          </a:xfrm>
          <a:prstGeom prst="rect">
            <a:avLst>
              <a:gd name="adj" fmla="val 75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89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Configuracoes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846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Triggers: 6 eventos  |  Condicoes: 8 operadores  |  Acoes: 8 tipos  |  Horarios configuraveis  |  Respeita feriados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9 / 12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Seguranca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Seguranca e Controle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4 niveis de acesso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Permissoes granulares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IsMaster para admin total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Override por role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8056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Tokens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75488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Access: 15 minutos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Refresh: 7 dias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Session: unico por login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Auto-refresh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0" y="1645920"/>
            <a:ext cx="3474720" cy="4114800"/>
          </a:xfrm>
          <a:prstGeom prst="rect">
            <a:avLst>
              <a:gd name="adj" fmla="val 394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288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503920" y="2468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Todas as acoes registradas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503920" y="29260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Rastreabilidade completa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03920" y="3383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Historico de tickets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03920" y="3840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Logs de envio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10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Numeros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Numeros do Sistema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73152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Tabelas no Banco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8056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056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100+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48056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API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0" y="19202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229600" y="2834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Paginas Frontend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731520" y="5212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 de Acesso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48056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8056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4480560" y="5212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Etapas Kanban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29600" y="4023360"/>
            <a:ext cx="3474720" cy="2103120"/>
          </a:xfrm>
          <a:prstGeom prst="rect">
            <a:avLst>
              <a:gd name="adj" fmla="val 6522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42976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295</a:t>
            </a:r>
            <a:endParaRPr lang="en-US" sz="4800" dirty="0"/>
          </a:p>
        </p:txBody>
      </p:sp>
      <p:sp>
        <p:nvSpPr>
          <p:cNvPr id="22" name="Text 20"/>
          <p:cNvSpPr/>
          <p:nvPr/>
        </p:nvSpPr>
        <p:spPr>
          <a:xfrm>
            <a:off x="8229600" y="52120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Testes Automatizados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11 / 12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2743200" cy="365760"/>
          </a:xfrm>
          <a:prstGeom prst="rect">
            <a:avLst>
              <a:gd name="adj" fmla="val 25000"/>
            </a:avLst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Proximos Passos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731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Proximos Passos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502920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Curto Prazo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3774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Multi-WhatsApp (multi-numero)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88720" y="2834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Onboarding guiado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32918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Esqueci minha senha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7490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Notificacoes push 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1645920"/>
            <a:ext cx="5303520" cy="3200400"/>
          </a:xfrm>
          <a:prstGeom prst="rect">
            <a:avLst>
              <a:gd name="adj" fmla="val 428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828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Medio Prazo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Multi-tenant (white-label)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67512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App mobile completo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75120" y="3291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Integracao com outros canais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75120" y="3749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Relatorios avancados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5120640"/>
            <a:ext cx="10789920" cy="1097280"/>
          </a:xfrm>
          <a:prstGeom prst="rect">
            <a:avLst>
              <a:gd name="adj" fmla="val 12500"/>
            </a:avLst>
          </a:prstGeom>
          <a:solidFill>
            <a:srgbClr val="1E3A5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3035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CodeHelp CRM  •  Codemed Tecnologia  •  contato@codemed.com.br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12 / 12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CodeHelp CRM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2026-06-19T20:38:06Z</dcterms:created>
  <dcterms:modified xsi:type="dcterms:W3CDTF">2026-06-19T20:38:06Z</dcterms:modified>
</cp:coreProperties>
</file>